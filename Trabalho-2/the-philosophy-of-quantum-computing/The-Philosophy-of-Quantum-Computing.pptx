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1_original_corrigido_rodape.png">    </p:cNvPr>
          <p:cNvPicPr>
            <a:picLocks noChangeAspect="1"/>
          </p:cNvPicPr>
          <p:nvPr/>
        </p:nvPicPr>
        <p:blipFill>
          <a:blip r:embed="rId1"/>
          <a:srcRect l="32" r="32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quantum_pptx_rendered/slide-2.png">    </p:cNvPr>
          <p:cNvPicPr>
            <a:picLocks noChangeAspect="1"/>
          </p:cNvPicPr>
          <p:nvPr/>
        </p:nvPicPr>
        <p:blipFill>
          <a:blip r:embed="rId1"/>
          <a:srcRect l="32" r="32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quantum_pptx_rendered/slide-3.png">    </p:cNvPr>
          <p:cNvPicPr>
            <a:picLocks noChangeAspect="1"/>
          </p:cNvPicPr>
          <p:nvPr/>
        </p:nvPicPr>
        <p:blipFill>
          <a:blip r:embed="rId1"/>
          <a:srcRect l="32" r="32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quantum_pptx_rendered/slide-4.png">    </p:cNvPr>
          <p:cNvPicPr>
            <a:picLocks noChangeAspect="1"/>
          </p:cNvPicPr>
          <p:nvPr/>
        </p:nvPicPr>
        <p:blipFill>
          <a:blip r:embed="rId1"/>
          <a:srcRect l="32" r="32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quantum_pptx_rendered/slide-5.png">    </p:cNvPr>
          <p:cNvPicPr>
            <a:picLocks noChangeAspect="1"/>
          </p:cNvPicPr>
          <p:nvPr/>
        </p:nvPicPr>
        <p:blipFill>
          <a:blip r:embed="rId1"/>
          <a:srcRect l="32" r="32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quantum_pptx_rendered/slide-6.png">    </p:cNvPr>
          <p:cNvPicPr>
            <a:picLocks noChangeAspect="1"/>
          </p:cNvPicPr>
          <p:nvPr/>
        </p:nvPicPr>
        <p:blipFill>
          <a:blip r:embed="rId1"/>
          <a:srcRect l="32" r="32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quantum_pptx_rendered/slide-7.png">    </p:cNvPr>
          <p:cNvPicPr>
            <a:picLocks noChangeAspect="1"/>
          </p:cNvPicPr>
          <p:nvPr/>
        </p:nvPicPr>
        <p:blipFill>
          <a:blip r:embed="rId1"/>
          <a:srcRect l="32" r="32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quantum_pptx_rendered/slide-8.png">    </p:cNvPr>
          <p:cNvPicPr>
            <a:picLocks noChangeAspect="1"/>
          </p:cNvPicPr>
          <p:nvPr/>
        </p:nvPicPr>
        <p:blipFill>
          <a:blip r:embed="rId1"/>
          <a:srcRect l="32" r="32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quantum_pptx_rendered/slide-9.png">    </p:cNvPr>
          <p:cNvPicPr>
            <a:picLocks noChangeAspect="1"/>
          </p:cNvPicPr>
          <p:nvPr/>
        </p:nvPicPr>
        <p:blipFill>
          <a:blip r:embed="rId1"/>
          <a:srcRect l="32" r="32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quantum_pptx_rendered/slide-10.png">    </p:cNvPr>
          <p:cNvPicPr>
            <a:picLocks noChangeAspect="1"/>
          </p:cNvPicPr>
          <p:nvPr/>
        </p:nvPicPr>
        <p:blipFill>
          <a:blip r:embed="rId1"/>
          <a:srcRect l="32" r="32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Instituto Federal de São Paulo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Philosophy of Quantum Computing - Fabio Eidi Ara - Rodape Corrigido</dc:title>
  <dc:subject>The Philosophy of Quantum Computing</dc:subject>
  <dc:creator>OpenAI</dc:creator>
  <cp:lastModifiedBy>OpenAI</cp:lastModifiedBy>
  <cp:revision>1</cp:revision>
  <dcterms:created xsi:type="dcterms:W3CDTF">2026-05-29T05:21:02Z</dcterms:created>
  <dcterms:modified xsi:type="dcterms:W3CDTF">2026-05-29T05:21:02Z</dcterms:modified>
</cp:coreProperties>
</file>