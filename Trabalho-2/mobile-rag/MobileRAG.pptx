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ganização_e_arquitetura_de_comput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a_acadêmico_e_arquitetura_de_smartph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itos_essenciais_do_art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ração_de_métodos_para_redes_neur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peline_do_mobilerag_fluxo_e_fó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goritmo_ecovector_busca_e_otimizaçã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_algoritmo_de_redução_de_conteú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ração_de_desempenho_entre_r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lação_entre_cpu_ram_e_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lusão_da_arquitetura_de_comput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