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33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6F525BA-9300-4174-BC07-F52034AC7210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5BA7028-C436-4215-A285-9071CEEF3B7E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DDBAC5A-6885-4D54-AAD3-2F23C3C196CF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6085750-5E3D-4206-8B2A-6E63EC51667A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D65D0FB-2CBD-46A8-854D-C34D5629BE53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E1EAE47-BA9A-4F4C-AB45-C762E3260F2B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694FBC2-DA14-4012-A227-2CC4285593BD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8471B51-9D00-4752-B709-2E2B539294A4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8A0EE9B-DE77-40F7-AE5D-B7BF118304B7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19256A1-DE88-4B37-86F9-5DDFBD52E516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F029A5E-5E1B-4A11-B360-7F548B80456A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471AD82-8FC4-4763-A641-E2EFB6C5961F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F0E490B-0421-4E4D-8BA8-B123E6C08BEF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98A2C80-A8BB-4651-AA48-5DD27759E698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498204C-C926-4652-B878-69DD63E515CA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Sheila de Oliveira Garcia Mateos</dc:creator>
  <cp:lastModifiedBy>Sheila de Oliveira Garcia Mateos</cp:lastModifiedBy>
  <cp:revision>2</cp:revision>
  <dcterms:created xsi:type="dcterms:W3CDTF">2006-08-16T00:00:00Z</dcterms:created>
  <dcterms:modified xsi:type="dcterms:W3CDTF">2026-05-29T15:52:03Z</dcterms:modified>
</cp:coreProperties>
</file>